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4" r:id="rId1"/>
  </p:sldMasterIdLst>
  <p:sldIdLst>
    <p:sldId id="260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 smtClean="0"/>
              <a:t>Clique para editar o estilo do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5247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3363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6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7401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87776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2911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483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11369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549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grafia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05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1305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33631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9071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6449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na de 3 Image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PT" smtClean="0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Editar os estilos de texto do Modelo Global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125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153738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361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PT" smtClean="0"/>
              <a:t>Editar os estilos de texto do Modelo Global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0988E957-BD11-4FA6-9F70-973377B0686D}" type="datetimeFigureOut">
              <a:rPr lang="pt-BR" smtClean="0"/>
              <a:t>08/04/2024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2F3FFF2-23E7-4B4D-878E-C86F0589009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9250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ENEM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1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2767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1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2017)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incredible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impression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film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Frida’s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comfort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celebration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didn’t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womanhood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someone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inhabited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gifts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particularly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thought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magnetic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beautiful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right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painted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commercial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discovered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express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pain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culture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absolutely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resolutely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trueness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ability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firmly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successful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end. (HUTZLER, L.)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984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1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autora desse comentário sobre o filme Frida mostra-se impressionada com o fato de a pintora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ter uma aparência exótica.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vender bem a sua imagem.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ter grande poder de sedução.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assumir sua beleza singular.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recriar-se por meio da pintura.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178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584101"/>
            <a:ext cx="10394707" cy="392805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2010) Viva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Vida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rule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world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gave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morning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sleep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Sweep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streets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use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dice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Feel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enemy’s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eyes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crowd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Now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king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live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king!”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minute 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walls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discovered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castles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pillars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pillars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MARTIN, C. Viva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Vida,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Coldplay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In: Viva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Vida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Death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friends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Parlophone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2008.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4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2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Letras de músicas abordam temas que, de certa forma, podem ser reforçados pela repetição de trechos ou palavras. O fragmento da canção Viva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Vida, por exemplo, permite conhecer o relato de alguém que: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costumava ter o mundo aos seus pés e, de repente, se viu sem nada.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almeja o título de rei e, por ele, tem enfrentado inúmeros inimigos.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causa pouco temor a seus inimigos, embora tenha muito poder.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limpava as ruas e, com seu esforço, tornou-se rei de seu povo.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tinha a chave para todos os castelos nos quais desejava morar.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438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 3</a:t>
            </a:r>
            <a:endParaRPr lang="pt-BR" dirty="0"/>
          </a:p>
        </p:txBody>
      </p:sp>
      <p:pic>
        <p:nvPicPr>
          <p:cNvPr id="1026" name="Picture 2" descr="https://s.concursosnobrasil.com.br/media/f/10-questoes-de-ingles-do-enem-comentadas-1.jpg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0065" y="2022431"/>
            <a:ext cx="4962010" cy="3005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685801" y="1837765"/>
            <a:ext cx="16710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rgbClr val="484848"/>
                </a:solidFill>
                <a:latin typeface="Open Sans"/>
              </a:rPr>
              <a:t>(ENEM, 2018)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7915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3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cartum, a crítica está no fato de a sociedade exigir do adolescente que: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se aposente prematuramente.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amadureça precocemente.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estude aplicadamente.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se forme rapidamente.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ouça atentamente.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859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4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519708"/>
            <a:ext cx="10394707" cy="385487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2018) 1984 (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excerpt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opinion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Winston,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existence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?’ [...] O’Brien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smiled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faintly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‘I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more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precisely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Does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concretely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space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somewhere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place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world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solid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still happening?’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‘No.’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written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_____?’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human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memories.’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memory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memories.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?’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ORWELL, G.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Nineteen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Eighty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-Four. New York: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Signet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Classics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1977.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22479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4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romance 1984 descreve os perigos de um Estado totalitário. A ideia evidenciada nessa passagem é que o controle do Estado se dá por meio do(a)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boicote a ideais libertários.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veto ao culto das tradições.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poder sobre memórias e registros.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censura a produções orais e escritas.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manipulação de pensamentos individuais.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9177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2020)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Finally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finished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asked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Ifemelu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wanted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attachments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four.”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promptly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That’s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use.”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“It look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dirty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too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looks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Ifemelu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loosening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headwrap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Sometimes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 use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four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closest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[...]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touched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Ifemelu’s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relaxer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it.”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it? Hard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Ifemelu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brought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comb.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gently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dense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soft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tightly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coiled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until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framed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halo. “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It’s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moisturize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slipping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coaxing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tone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proselytizer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whenever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convince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women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merits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wearing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natural.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snorted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clearly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understand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anybody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would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choose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suffer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combing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natural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plucked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attachment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pile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began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deftly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twist.</a:t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ADICHIE, C.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Americanah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novel. New York: </a:t>
            </a:r>
            <a:r>
              <a:rPr lang="pt-B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Anchor</a:t>
            </a:r>
            <a:r>
              <a:rPr lang="pt-B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Books, 2013.</a:t>
            </a:r>
            <a:endParaRPr lang="pt-BR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767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5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passagem do romance da escritora nigeriana traz um diálogo entre duas mulheres negras: a cabeleireira,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Aisha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 a cliente,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Ifemelu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 posicionamento da cliente é sustentado por argumentos que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reforçam um padrão de beleza.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retratam um conflito de gerações.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revelam uma atitude de resistência.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demonstram uma postura de imaturidade.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evidenciam uma mudança de comportamento.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162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6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2016) BOGOF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in ‘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some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bogofs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supermarket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ou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adjective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usually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‘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deal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— ‘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there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some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bogof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offers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phrase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acronym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Acronyms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spoken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NATO (North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Atlantic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Treaty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pronounced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N-A-T-O.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NATO.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Bogof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said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loud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quite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comical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native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speaker, as it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sounds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insult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‘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off!’,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leave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alone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slightly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childish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little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old-fashioned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BOGOF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best-known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supermarket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marketing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concept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imported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during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1970s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recession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when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high. It came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fashion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 1990s,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big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supermarket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chains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trying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competitive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advantage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over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each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Consumers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were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attracted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idea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something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nothing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Who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could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possibly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say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‘no’?</a:t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Disponível em: www.bbc.co.uk. Acesso em: 2 </a:t>
            </a:r>
            <a:r>
              <a:rPr lang="pt-B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ago</a:t>
            </a:r>
            <a:r>
              <a:rPr lang="pt-B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2012 (adaptado)</a:t>
            </a:r>
            <a:endParaRPr lang="pt-BR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23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6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Considerando-se as informações do texto, a expressão “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bogof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é usada para: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anunciar mercadorias em promoção.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pedir para uma pessoa se retirar.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comprar produtos fora de moda.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indicar recessão na economia.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chamar alguém em voz alta.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045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7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/>
              <a:t>(ENEM, 2014)</a:t>
            </a:r>
            <a:br>
              <a:rPr lang="pt-BR" dirty="0"/>
            </a:br>
            <a:endParaRPr lang="pt-BR" dirty="0" smtClean="0"/>
          </a:p>
        </p:txBody>
      </p:sp>
      <p:pic>
        <p:nvPicPr>
          <p:cNvPr id="1026" name="Picture 2" descr="https://s.concursosnobrasil.com.br/media/f/10-questoes-de-ingles-do-enem-comentadas-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3206" y="1738648"/>
            <a:ext cx="6078828" cy="3618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83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7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/>
              <a:t>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internet tem servido a diferentes interesses, ampliando, muitas vezes, o contato entre pessoas e instituições. Um exemplo disso é o site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WeFeedback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 qual a internauta Kate Watts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comprou comida em promoção.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inscreveu-se em um concurso.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fez doação para caridade.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participou de pesquisa de opinião.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voluntariou-se para trabalho social.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470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8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7976" y="1777284"/>
            <a:ext cx="10394707" cy="39330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b="1" dirty="0"/>
              <a:t>(ENEM, 2020)</a:t>
            </a:r>
            <a:endParaRPr lang="pt-BR" dirty="0" smtClean="0"/>
          </a:p>
        </p:txBody>
      </p:sp>
      <p:pic>
        <p:nvPicPr>
          <p:cNvPr id="2050" name="Picture 2" descr="https://s.concursosnobrasil.com.br/media/f/10-questoes-de-ingles-do-enem-comentadas-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6226" y="1524000"/>
            <a:ext cx="3896139" cy="4041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7759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8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recursos usados nesse pôster de divulgação de uma campanha levam o leitor a refletir sobre a necessidade de: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criticar o tipo de tratamento dado à mulher.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rever o desempenho da mulher no trabalho.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questionar a sobrecarga de atribuições da mulher.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analisar as pesquisas acerca dos direitos da mulher;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censurar a mulher pelo uso de determinadas palavras.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17040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9</a:t>
            </a:r>
            <a:endParaRPr lang="pt-BR" dirty="0"/>
          </a:p>
        </p:txBody>
      </p:sp>
      <p:pic>
        <p:nvPicPr>
          <p:cNvPr id="4102" name="Picture 6" descr="https://s.concursosnobrasil.com.br/media/f/10-questoes-de-ingles-do-enem-comentadas-4.jpg"/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847" y="1738313"/>
            <a:ext cx="3008477" cy="3760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888643" y="3244334"/>
            <a:ext cx="193183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(ENEM, 2020)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62215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9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Nesse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pôster de divulgação de uma campanha que aborda a diversidade e a inclusão, a interação dos elementos verbais e não verbais faz referência ao ato de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estereotipar povos de certas culturas.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discriminar hábitos de grupos minoritários.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banir imigrantes de determinadas origens.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julgar padrões de beleza de diversas etnias.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desvalorizar costumes de algumas sociedades.</a:t>
            </a: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6152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10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(ENEM, 2019) 5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Ways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Health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friend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After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difficult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pet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owners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quite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literally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nearly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years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living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certain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Pets help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blood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pressure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anxiety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boost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immunity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Fighters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suggested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kids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home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furred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animals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will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less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allergies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asthma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magnets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Dogs are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great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connections.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Forget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matchmaking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natural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conversation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starter.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Dogs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Walking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just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 pet —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elderly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people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companionship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Soul: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enjoyable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playing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elevate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levels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serotonin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dopamine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nerve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transmitters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pleasurable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calming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properties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Good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Heart: Heart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patients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pets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survive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those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DAVIS, J. L. Disponível em: www.webmd.com. Acesso em: 21 abr. 2013 (adaptado).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226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Questão </a:t>
            </a:r>
            <a:r>
              <a:rPr lang="pt-BR" dirty="0" smtClean="0"/>
              <a:t>10</a:t>
            </a:r>
            <a:endParaRPr lang="pt-BR" dirty="0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quarter" idx="13"/>
          </p:nvPr>
        </p:nvSpPr>
        <p:spPr>
          <a:xfrm>
            <a:off x="685800" y="1738648"/>
            <a:ext cx="10394707" cy="376063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 discutir sobre a influência de animais de estimação no bem-estar do ser humano, a autora, a fim de fortalecer seus argumentos, utiliza palavras e expressões como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growing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several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studies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o objetivo de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mostrar que animais de estimação ajudam na cura de doenças como alergias e asma.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convencer sobre os benefícios da adoção de animais de estimação para a saúde.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c) fornecer dados sobre os impactos de animais de estimação nas relações amorosas.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d) explicar como o contato com animais de estimação pode prevenir ataques cardíacos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e) esclarecer sobre o modo como idosos devem se relacionar com animais de estimação.</a:t>
            </a:r>
            <a:b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1794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vento Principal">
  <a:themeElements>
    <a:clrScheme name="Evento Principal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Evento Principal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vento Principal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Evento Principal</Template>
  <TotalTime>70</TotalTime>
  <Words>597</Words>
  <Application>Microsoft Office PowerPoint</Application>
  <PresentationFormat>Widescreen</PresentationFormat>
  <Paragraphs>42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Calibri</vt:lpstr>
      <vt:lpstr>Impact</vt:lpstr>
      <vt:lpstr>Open Sans</vt:lpstr>
      <vt:lpstr>Times New Roman</vt:lpstr>
      <vt:lpstr>Evento Principal</vt:lpstr>
      <vt:lpstr>ENEM</vt:lpstr>
      <vt:lpstr>Questão 1</vt:lpstr>
      <vt:lpstr>Questão 1</vt:lpstr>
      <vt:lpstr>Questão 2</vt:lpstr>
      <vt:lpstr>Questão 2</vt:lpstr>
      <vt:lpstr>Questão 3</vt:lpstr>
      <vt:lpstr>Questão 3</vt:lpstr>
      <vt:lpstr>Questão 4</vt:lpstr>
      <vt:lpstr>Questão 4</vt:lpstr>
      <vt:lpstr>Questão 5</vt:lpstr>
      <vt:lpstr>Questão 5</vt:lpstr>
      <vt:lpstr>Questão 6</vt:lpstr>
      <vt:lpstr>Questão 6</vt:lpstr>
      <vt:lpstr>Questão 7</vt:lpstr>
      <vt:lpstr>Questão 7</vt:lpstr>
      <vt:lpstr>Questão 8</vt:lpstr>
      <vt:lpstr>Questão 8</vt:lpstr>
      <vt:lpstr>Questão 9</vt:lpstr>
      <vt:lpstr>Questão 9</vt:lpstr>
      <vt:lpstr>Questão 10</vt:lpstr>
      <vt:lpstr>Questão 10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 capa</dc:title>
  <dc:creator>Amanda</dc:creator>
  <cp:lastModifiedBy>Renata</cp:lastModifiedBy>
  <cp:revision>32</cp:revision>
  <dcterms:created xsi:type="dcterms:W3CDTF">2021-06-09T20:44:29Z</dcterms:created>
  <dcterms:modified xsi:type="dcterms:W3CDTF">2024-04-08T22:08:18Z</dcterms:modified>
</cp:coreProperties>
</file>