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sldIdLst>
    <p:sldId id="260" r:id="rId2"/>
    <p:sldId id="258" r:id="rId3"/>
    <p:sldId id="261" r:id="rId4"/>
    <p:sldId id="280" r:id="rId5"/>
    <p:sldId id="281" r:id="rId6"/>
    <p:sldId id="264" r:id="rId7"/>
    <p:sldId id="265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247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3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0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7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91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83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3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54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30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631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0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449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125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73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36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20/08/2024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25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ENEM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6 (2022)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767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1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official bio reads, I was made in Cuba,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assembled in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Spain, and imported to the United States — meaning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mother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seven months pregnant, and the rest of my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family arrived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exiles from Cuba to Madrid, where I was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born. Less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two months later, we emigrated once more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settled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New York City, then eventually in Miami,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I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raised and educated. Although technically we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lived in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States, the Cuban community was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culturally insular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Miami during the 1970s, bonded together by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trauma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exile. What’s more, it seemed that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 everyone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Cuban: my teachers, my classmates,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mechanic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bus driver. I didn’t grow up feeling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or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treated as a minority. The few kids who got picked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in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grade school were the ones with freckles and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funny last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 like Dawson and O’Neil.</a:t>
            </a:r>
            <a:endParaRPr lang="pt-BR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98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1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relatar suas vivências, o autor destaca </a:t>
            </a: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(a)</a:t>
            </a:r>
          </a:p>
          <a:p>
            <a:pPr marL="0" indent="0">
              <a:buNone/>
            </a:pP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qualidade da educação formal em Miami.</a:t>
            </a:r>
          </a:p>
          <a:p>
            <a:pPr marL="0" indent="0">
              <a:buNone/>
            </a:pP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prestígio da cultura cubana nos Estados Unidos.</a:t>
            </a:r>
          </a:p>
          <a:p>
            <a:pPr marL="0" indent="0">
              <a:buNone/>
            </a:pP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oportunidade de qualificação profissional em Miami.</a:t>
            </a:r>
          </a:p>
          <a:p>
            <a:pPr marL="0" indent="0">
              <a:buNone/>
            </a:pP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cenário da integração de cubanos nos Estados Unidos.</a:t>
            </a:r>
          </a:p>
          <a:p>
            <a:pPr marL="0" indent="0">
              <a:buNone/>
            </a:pP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E) </a:t>
            </a:r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fortalecimento do elo familiar em </a:t>
            </a: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comunidades estadunidenses</a:t>
            </a:r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2891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2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hundred years ago, Jane Austen lived in a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world </a:t>
            </a:r>
            <a:r>
              <a:rPr lang="pt-BR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pt-B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boasted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vast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estates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single </a:t>
            </a:r>
            <a:r>
              <a:rPr lang="pt-BR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ladies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to speak several languages, sing and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 the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piano. In both cases, it was, of course,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advantageous if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looked good too. So, how much has — or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hasn’t —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changed? Dating apps opaquely outline the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demands of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relationship market; users ruminate long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hard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their choice of pictures and what they write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their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biographies to hook in potential lovers, and that’s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 your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profile. What do you look for in a future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partner’s profile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potential signifiers of a popular personality,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good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job, a nice car? These apps are a poignant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of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often classist attitudes we still adopt, as well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and aesthetic expectations we demand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pt-BR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pt-BR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partners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4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2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texto aborda relações interpessoais com o objetivo de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problematizar o papel de gênero em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casamentos modernos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apontar a relevância da educação formal na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escolha de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parceiros.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comparar a expectativa de parceiros amorosos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 épocas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distintas.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discutir o uso de aplicativos para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proporcionar encontros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românticos.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valorizar a importância da aparência física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 seleção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pretendentes.</a:t>
            </a: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7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3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095999" y="168661"/>
            <a:ext cx="3130379" cy="537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1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3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Nessa tirinha, o comportamento da mulher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expressa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revolta com a falta de sorte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gosto pela prática da leitura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receio pelo futuro do casamento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entusiasmo com os livros de terror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rejeição ao novo tipo de residência.</a:t>
            </a: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85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/>
              <a:t>4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13470"/>
            <a:ext cx="10394707" cy="36611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Teen’s View of Social Media</a:t>
            </a:r>
          </a:p>
          <a:p>
            <a:pPr marL="0" indent="0">
              <a:buNone/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made up of all photos and videos.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that showcases the posts from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you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follow, an explore tab which offers posts from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all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world, and your own page, with a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tab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who likes and comments on your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posts. </a:t>
            </a:r>
          </a:p>
          <a:p>
            <a:pPr marL="0" indent="0">
              <a:buNone/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It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some downsides though. It is known to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 many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feel insecure or down about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themselves because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showcases the highlights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everyone’s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lives, while rarely showing the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negatives. This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make one feel like their life is not going as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well as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others, contributing to the growing rates of anxiety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depression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teens today. There is an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underlying desire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acceptance through the number of likes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pt-BR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followers</a:t>
            </a:r>
            <a:r>
              <a:rPr lang="pt-BR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144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4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termo “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downsides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introduz a ideia de que o </a:t>
            </a:r>
            <a:r>
              <a:rPr lang="pt-BR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responsável </a:t>
            </a: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</a:p>
          <a:p>
            <a:pPr marL="0" indent="0">
              <a:buNone/>
            </a:pP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oferecer recursos de fotografia.</a:t>
            </a:r>
          </a:p>
          <a:p>
            <a:pPr marL="0" indent="0">
              <a:buNone/>
            </a:pP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divulgar problemas dos usuários.</a:t>
            </a:r>
          </a:p>
          <a:p>
            <a:pPr marL="0" indent="0">
              <a:buNone/>
            </a:pP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estimular aceitação dos seguidores.</a:t>
            </a:r>
          </a:p>
          <a:p>
            <a:pPr marL="0" indent="0">
              <a:buNone/>
            </a:pP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provocar ansiedade nos adolescentes.</a:t>
            </a:r>
          </a:p>
          <a:p>
            <a:pPr marL="0" indent="0">
              <a:buNone/>
            </a:pPr>
            <a:r>
              <a:rPr lang="pt-BR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E)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aproximar pessoas ao redor do mundo.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75799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5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tend the mobile now</a:t>
            </a:r>
          </a:p>
          <a:p>
            <a:pPr marL="0" indent="0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injured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Bird</a:t>
            </a:r>
          </a:p>
          <a:p>
            <a:pPr marL="0" indent="0">
              <a:buNone/>
            </a:pPr>
            <a:r>
              <a:rPr lang="pt-B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re-read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 your small xx,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feeling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absurd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 with a broken chord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picture your hands,</a:t>
            </a:r>
          </a:p>
          <a:p>
            <a:pPr marL="0" indent="0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blurred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Nothing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thumbs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heard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7003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5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Nesse poema, o eu lírico evidencia um sentimento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contentamento com a interação virtual.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zelo com o envio de mensagens.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preocupação com a composição de textos.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mágoa com o comportamento de alguém.</a:t>
            </a: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E)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insatisfação com uma forma de comunicação.</a:t>
            </a: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5441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82</TotalTime>
  <Words>624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Impact</vt:lpstr>
      <vt:lpstr>Times New Roman</vt:lpstr>
      <vt:lpstr>Evento Principal</vt:lpstr>
      <vt:lpstr>ENEM</vt:lpstr>
      <vt:lpstr>Questão 1</vt:lpstr>
      <vt:lpstr>Questão 1</vt:lpstr>
      <vt:lpstr>Questão 2</vt:lpstr>
      <vt:lpstr>Questão 2</vt:lpstr>
      <vt:lpstr>Questão 3</vt:lpstr>
      <vt:lpstr>Questão 3</vt:lpstr>
      <vt:lpstr>Questão 4</vt:lpstr>
      <vt:lpstr>Questão 4</vt:lpstr>
      <vt:lpstr>Questão 5</vt:lpstr>
      <vt:lpstr>Questão 5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de capa</dc:title>
  <dc:creator>Amanda</dc:creator>
  <cp:lastModifiedBy>Renata</cp:lastModifiedBy>
  <cp:revision>39</cp:revision>
  <dcterms:created xsi:type="dcterms:W3CDTF">2021-06-09T20:44:29Z</dcterms:created>
  <dcterms:modified xsi:type="dcterms:W3CDTF">2024-08-20T17:35:44Z</dcterms:modified>
</cp:coreProperties>
</file>