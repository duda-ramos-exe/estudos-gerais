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sldIdLst>
    <p:sldId id="261" r:id="rId2"/>
    <p:sldId id="258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24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1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5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30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631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44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2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7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UNESP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9600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TEXTO PARA AS QUESTÕES DE 21 A 23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xmlns="" id="{63BE7D05-6FE7-1280-9380-C96997D32B7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12" y="1837765"/>
            <a:ext cx="3952875" cy="3248025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AC7BDABD-E20D-09FC-91F1-4AAE9A293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242" y="1837765"/>
            <a:ext cx="4543613" cy="34463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398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just">
              <a:lnSpc>
                <a:spcPts val="2400"/>
              </a:lnSpc>
              <a:spcAft>
                <a:spcPts val="750"/>
              </a:spcAft>
              <a:buNone/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promote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too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too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natural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social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in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world.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billion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aware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too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costly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achieve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incentives.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4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1837766"/>
            <a:ext cx="10394707" cy="3536820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initiatives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tackled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skills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dynamics.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acquire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general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Enforce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some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Stimulate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acting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87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23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xmlns="" id="{9DB756F0-78D2-BE9E-E194-0BECDC079F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206914"/>
            <a:ext cx="3562350" cy="2600325"/>
          </a:xfrm>
          <a:prstGeom prst="rect">
            <a:avLst/>
          </a:prstGeom>
          <a:noFill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16100FE0-6A24-9630-EFA7-AB45612A8F4F}"/>
              </a:ext>
            </a:extLst>
          </p:cNvPr>
          <p:cNvSpPr txBox="1"/>
          <p:nvPr/>
        </p:nvSpPr>
        <p:spPr>
          <a:xfrm>
            <a:off x="4641742" y="860156"/>
            <a:ext cx="5153187" cy="42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spcAft>
                <a:spcPts val="750"/>
              </a:spcAf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cartum dialoga com o seguinte trecho do texto “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”:</a:t>
            </a:r>
            <a:endParaRPr lang="pt-B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“UNESCO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pt-B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empowers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pt-B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encouraged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responsible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actors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resolve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pt-B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50"/>
              </a:spcBef>
              <a:spcAft>
                <a:spcPts val="8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implications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lives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planet in future”.</a:t>
            </a:r>
            <a:endParaRPr lang="pt-B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    “A world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billion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sz="1800" dirty="0">
                <a:solidFill>
                  <a:srgbClr val="33474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1119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41</TotalTime>
  <Words>225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Impact</vt:lpstr>
      <vt:lpstr>Times New Roman</vt:lpstr>
      <vt:lpstr>Evento Principal</vt:lpstr>
      <vt:lpstr>UNESP 1</vt:lpstr>
      <vt:lpstr>TEXTO PARA AS QUESTÕES DE 21 A 23</vt:lpstr>
      <vt:lpstr>QUESTÃO 21</vt:lpstr>
      <vt:lpstr>QUESTÃO 22</vt:lpstr>
      <vt:lpstr>QUESTÃO 23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 capa</dc:title>
  <dc:creator>Amanda</dc:creator>
  <cp:lastModifiedBy>Renata</cp:lastModifiedBy>
  <cp:revision>21</cp:revision>
  <dcterms:created xsi:type="dcterms:W3CDTF">2021-06-09T20:44:29Z</dcterms:created>
  <dcterms:modified xsi:type="dcterms:W3CDTF">2024-04-16T17:07:04Z</dcterms:modified>
</cp:coreProperties>
</file>